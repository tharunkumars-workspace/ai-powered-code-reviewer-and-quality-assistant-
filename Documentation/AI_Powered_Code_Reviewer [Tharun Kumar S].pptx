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8" r:id="rId19"/>
    <p:sldId id="271" r:id="rId20"/>
    <p:sldId id="273" r:id="rId21"/>
    <p:sldId id="274" r:id="rId22"/>
    <p:sldId id="275" r:id="rId23"/>
    <p:sldId id="27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un Kumar S" userId="9f61bbfd439e11ce" providerId="LiveId" clId="{0204A884-CB50-4BEB-8534-4840EB75FE5F}"/>
    <pc:docChg chg="undo custSel modSld sldOrd">
      <pc:chgData name="Tharun Kumar S" userId="9f61bbfd439e11ce" providerId="LiveId" clId="{0204A884-CB50-4BEB-8534-4840EB75FE5F}" dt="2026-03-27T17:12:22.536" v="445" actId="404"/>
      <pc:docMkLst>
        <pc:docMk/>
      </pc:docMkLst>
      <pc:sldChg chg="modSp mod">
        <pc:chgData name="Tharun Kumar S" userId="9f61bbfd439e11ce" providerId="LiveId" clId="{0204A884-CB50-4BEB-8534-4840EB75FE5F}" dt="2026-03-22T15:00:30.301" v="1" actId="113"/>
        <pc:sldMkLst>
          <pc:docMk/>
          <pc:sldMk cId="0" sldId="258"/>
        </pc:sldMkLst>
        <pc:spChg chg="mod">
          <ac:chgData name="Tharun Kumar S" userId="9f61bbfd439e11ce" providerId="LiveId" clId="{0204A884-CB50-4BEB-8534-4840EB75FE5F}" dt="2026-03-22T15:00:17.087" v="0" actId="11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5:00:30.301" v="1" actId="113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Tharun Kumar S" userId="9f61bbfd439e11ce" providerId="LiveId" clId="{0204A884-CB50-4BEB-8534-4840EB75FE5F}" dt="2026-03-22T17:12:06.579" v="403" actId="208"/>
        <pc:sldMkLst>
          <pc:docMk/>
          <pc:sldMk cId="0" sldId="260"/>
        </pc:sldMkLst>
        <pc:spChg chg="mod">
          <ac:chgData name="Tharun Kumar S" userId="9f61bbfd439e11ce" providerId="LiveId" clId="{0204A884-CB50-4BEB-8534-4840EB75FE5F}" dt="2026-03-22T17:11:47.203" v="402" actId="208"/>
          <ac:spMkLst>
            <pc:docMk/>
            <pc:sldMk cId="0" sldId="260"/>
            <ac:spMk id="28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7:12:06.579" v="403" actId="208"/>
          <ac:spMkLst>
            <pc:docMk/>
            <pc:sldMk cId="0" sldId="260"/>
            <ac:spMk id="30" creationId="{00000000-0000-0000-0000-000000000000}"/>
          </ac:spMkLst>
        </pc:spChg>
      </pc:sldChg>
      <pc:sldChg chg="modSp mod">
        <pc:chgData name="Tharun Kumar S" userId="9f61bbfd439e11ce" providerId="LiveId" clId="{0204A884-CB50-4BEB-8534-4840EB75FE5F}" dt="2026-03-22T17:11:37.796" v="401" actId="1582"/>
        <pc:sldMkLst>
          <pc:docMk/>
          <pc:sldMk cId="0" sldId="261"/>
        </pc:sldMkLst>
        <pc:spChg chg="mod">
          <ac:chgData name="Tharun Kumar S" userId="9f61bbfd439e11ce" providerId="LiveId" clId="{0204A884-CB50-4BEB-8534-4840EB75FE5F}" dt="2026-03-22T17:10:15.426" v="396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5:08:56.703" v="199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5:06:16.523" v="189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7:11:02.467" v="399" actId="208"/>
          <ac:spMkLst>
            <pc:docMk/>
            <pc:sldMk cId="0" sldId="261"/>
            <ac:spMk id="6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5:23:55.316" v="225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5:06:32.562" v="190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7:11:37.796" v="401" actId="1582"/>
          <ac:spMkLst>
            <pc:docMk/>
            <pc:sldMk cId="0" sldId="261"/>
            <ac:spMk id="10" creationId="{00000000-0000-0000-0000-000000000000}"/>
          </ac:spMkLst>
        </pc:spChg>
        <pc:picChg chg="mod">
          <ac:chgData name="Tharun Kumar S" userId="9f61bbfd439e11ce" providerId="LiveId" clId="{0204A884-CB50-4BEB-8534-4840EB75FE5F}" dt="2026-03-22T15:19:35.223" v="219" actId="1076"/>
          <ac:picMkLst>
            <pc:docMk/>
            <pc:sldMk cId="0" sldId="261"/>
            <ac:picMk id="7" creationId="{00000000-0000-0000-0000-000000000000}"/>
          </ac:picMkLst>
        </pc:picChg>
        <pc:picChg chg="mod">
          <ac:chgData name="Tharun Kumar S" userId="9f61bbfd439e11ce" providerId="LiveId" clId="{0204A884-CB50-4BEB-8534-4840EB75FE5F}" dt="2026-03-22T15:19:45.920" v="221" actId="1076"/>
          <ac:picMkLst>
            <pc:docMk/>
            <pc:sldMk cId="0" sldId="261"/>
            <ac:picMk id="11" creationId="{00000000-0000-0000-0000-000000000000}"/>
          </ac:picMkLst>
        </pc:picChg>
      </pc:sldChg>
      <pc:sldChg chg="modSp mod ord">
        <pc:chgData name="Tharun Kumar S" userId="9f61bbfd439e11ce" providerId="LiveId" clId="{0204A884-CB50-4BEB-8534-4840EB75FE5F}" dt="2026-03-22T16:46:27.607" v="365" actId="208"/>
        <pc:sldMkLst>
          <pc:docMk/>
          <pc:sldMk cId="0" sldId="272"/>
        </pc:sldMkLst>
        <pc:spChg chg="mod">
          <ac:chgData name="Tharun Kumar S" userId="9f61bbfd439e11ce" providerId="LiveId" clId="{0204A884-CB50-4BEB-8534-4840EB75FE5F}" dt="2026-03-22T16:43:51.588" v="345" actId="255"/>
          <ac:spMkLst>
            <pc:docMk/>
            <pc:sldMk cId="0" sldId="272"/>
            <ac:spMk id="5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6:09.975" v="363" actId="208"/>
          <ac:spMkLst>
            <pc:docMk/>
            <pc:sldMk cId="0" sldId="272"/>
            <ac:spMk id="6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4:03.235" v="346" actId="255"/>
          <ac:spMkLst>
            <pc:docMk/>
            <pc:sldMk cId="0" sldId="272"/>
            <ac:spMk id="9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6:15.574" v="364" actId="208"/>
          <ac:spMkLst>
            <pc:docMk/>
            <pc:sldMk cId="0" sldId="272"/>
            <ac:spMk id="10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4:10.770" v="347" actId="255"/>
          <ac:spMkLst>
            <pc:docMk/>
            <pc:sldMk cId="0" sldId="272"/>
            <ac:spMk id="13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6:27.607" v="365" actId="208"/>
          <ac:spMkLst>
            <pc:docMk/>
            <pc:sldMk cId="0" sldId="272"/>
            <ac:spMk id="14" creationId="{00000000-0000-0000-0000-000000000000}"/>
          </ac:spMkLst>
        </pc:spChg>
        <pc:picChg chg="mod">
          <ac:chgData name="Tharun Kumar S" userId="9f61bbfd439e11ce" providerId="LiveId" clId="{0204A884-CB50-4BEB-8534-4840EB75FE5F}" dt="2026-03-22T16:44:49.413" v="352" actId="14100"/>
          <ac:picMkLst>
            <pc:docMk/>
            <pc:sldMk cId="0" sldId="272"/>
            <ac:picMk id="7" creationId="{00000000-0000-0000-0000-000000000000}"/>
          </ac:picMkLst>
        </pc:picChg>
        <pc:picChg chg="mod">
          <ac:chgData name="Tharun Kumar S" userId="9f61bbfd439e11ce" providerId="LiveId" clId="{0204A884-CB50-4BEB-8534-4840EB75FE5F}" dt="2026-03-22T16:45:30.411" v="358" actId="14100"/>
          <ac:picMkLst>
            <pc:docMk/>
            <pc:sldMk cId="0" sldId="272"/>
            <ac:picMk id="11" creationId="{00000000-0000-0000-0000-000000000000}"/>
          </ac:picMkLst>
        </pc:picChg>
        <pc:picChg chg="mod">
          <ac:chgData name="Tharun Kumar S" userId="9f61bbfd439e11ce" providerId="LiveId" clId="{0204A884-CB50-4BEB-8534-4840EB75FE5F}" dt="2026-03-22T16:45:47.765" v="362" actId="14100"/>
          <ac:picMkLst>
            <pc:docMk/>
            <pc:sldMk cId="0" sldId="272"/>
            <ac:picMk id="15" creationId="{00000000-0000-0000-0000-000000000000}"/>
          </ac:picMkLst>
        </pc:picChg>
      </pc:sldChg>
      <pc:sldChg chg="addSp delSp modSp mod">
        <pc:chgData name="Tharun Kumar S" userId="9f61bbfd439e11ce" providerId="LiveId" clId="{0204A884-CB50-4BEB-8534-4840EB75FE5F}" dt="2026-03-27T17:12:22.536" v="445" actId="404"/>
        <pc:sldMkLst>
          <pc:docMk/>
          <pc:sldMk cId="0" sldId="276"/>
        </pc:sldMkLst>
        <pc:spChg chg="mod">
          <ac:chgData name="Tharun Kumar S" userId="9f61bbfd439e11ce" providerId="LiveId" clId="{0204A884-CB50-4BEB-8534-4840EB75FE5F}" dt="2026-03-22T16:51:50.105" v="387" actId="20577"/>
          <ac:spMkLst>
            <pc:docMk/>
            <pc:sldMk cId="0" sldId="276"/>
            <ac:spMk id="9" creationId="{00000000-0000-0000-0000-000000000000}"/>
          </ac:spMkLst>
        </pc:spChg>
        <pc:spChg chg="del">
          <ac:chgData name="Tharun Kumar S" userId="9f61bbfd439e11ce" providerId="LiveId" clId="{0204A884-CB50-4BEB-8534-4840EB75FE5F}" dt="2026-03-22T16:52:40.839" v="388" actId="478"/>
          <ac:spMkLst>
            <pc:docMk/>
            <pc:sldMk cId="0" sldId="276"/>
            <ac:spMk id="14" creationId="{00000000-0000-0000-0000-000000000000}"/>
          </ac:spMkLst>
        </pc:spChg>
        <pc:spChg chg="add mod">
          <ac:chgData name="Tharun Kumar S" userId="9f61bbfd439e11ce" providerId="LiveId" clId="{0204A884-CB50-4BEB-8534-4840EB75FE5F}" dt="2026-03-27T17:09:45.951" v="406" actId="767"/>
          <ac:spMkLst>
            <pc:docMk/>
            <pc:sldMk cId="0" sldId="276"/>
            <ac:spMk id="14" creationId="{54EF2575-D564-EB0B-4DE6-3F4834759323}"/>
          </ac:spMkLst>
        </pc:spChg>
        <pc:spChg chg="add del mod">
          <ac:chgData name="Tharun Kumar S" userId="9f61bbfd439e11ce" providerId="LiveId" clId="{0204A884-CB50-4BEB-8534-4840EB75FE5F}" dt="2026-03-27T17:12:22.536" v="445" actId="404"/>
          <ac:spMkLst>
            <pc:docMk/>
            <pc:sldMk cId="0" sldId="276"/>
            <ac:spMk id="17" creationId="{EA0CA5BD-96A1-057F-8C01-21155C09DBA4}"/>
          </ac:spMkLst>
        </pc:spChg>
        <pc:spChg chg="del">
          <ac:chgData name="Tharun Kumar S" userId="9f61bbfd439e11ce" providerId="LiveId" clId="{0204A884-CB50-4BEB-8534-4840EB75FE5F}" dt="2026-03-22T16:52:50.611" v="389" actId="478"/>
          <ac:spMkLst>
            <pc:docMk/>
            <pc:sldMk cId="0" sldId="276"/>
            <ac:spMk id="24" creationId="{00000000-0000-0000-0000-000000000000}"/>
          </ac:spMkLst>
        </pc:spChg>
      </pc:sldChg>
      <pc:sldChg chg="modSp mod ord">
        <pc:chgData name="Tharun Kumar S" userId="9f61bbfd439e11ce" providerId="LiveId" clId="{0204A884-CB50-4BEB-8534-4840EB75FE5F}" dt="2026-03-22T17:12:40.346" v="404" actId="20577"/>
        <pc:sldMkLst>
          <pc:docMk/>
          <pc:sldMk cId="0" sldId="277"/>
        </pc:sldMkLst>
        <pc:spChg chg="mod">
          <ac:chgData name="Tharun Kumar S" userId="9f61bbfd439e11ce" providerId="LiveId" clId="{0204A884-CB50-4BEB-8534-4840EB75FE5F}" dt="2026-03-22T17:12:40.346" v="404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5:30:46.105" v="337" actId="255"/>
          <ac:spMkLst>
            <pc:docMk/>
            <pc:sldMk cId="0" sldId="277"/>
            <ac:spMk id="5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5:31:01.047" v="340" actId="255"/>
          <ac:spMkLst>
            <pc:docMk/>
            <pc:sldMk cId="0" sldId="277"/>
            <ac:spMk id="9" creationId="{00000000-0000-0000-0000-000000000000}"/>
          </ac:spMkLst>
        </pc:spChg>
      </pc:sldChg>
      <pc:sldChg chg="modSp mod ord">
        <pc:chgData name="Tharun Kumar S" userId="9f61bbfd439e11ce" providerId="LiveId" clId="{0204A884-CB50-4BEB-8534-4840EB75FE5F}" dt="2026-03-22T16:49:07.975" v="383" actId="208"/>
        <pc:sldMkLst>
          <pc:docMk/>
          <pc:sldMk cId="0" sldId="278"/>
        </pc:sldMkLst>
        <pc:spChg chg="mod">
          <ac:chgData name="Tharun Kumar S" userId="9f61bbfd439e11ce" providerId="LiveId" clId="{0204A884-CB50-4BEB-8534-4840EB75FE5F}" dt="2026-03-22T16:48:03.429" v="377" actId="255"/>
          <ac:spMkLst>
            <pc:docMk/>
            <pc:sldMk cId="0" sldId="278"/>
            <ac:spMk id="3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8:18.060" v="378" actId="255"/>
          <ac:spMkLst>
            <pc:docMk/>
            <pc:sldMk cId="0" sldId="278"/>
            <ac:spMk id="5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8:48.967" v="381" actId="208"/>
          <ac:spMkLst>
            <pc:docMk/>
            <pc:sldMk cId="0" sldId="278"/>
            <ac:spMk id="6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8:29.925" v="379" actId="255"/>
          <ac:spMkLst>
            <pc:docMk/>
            <pc:sldMk cId="0" sldId="278"/>
            <ac:spMk id="9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8:59.687" v="382" actId="208"/>
          <ac:spMkLst>
            <pc:docMk/>
            <pc:sldMk cId="0" sldId="278"/>
            <ac:spMk id="10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8:36.733" v="380" actId="255"/>
          <ac:spMkLst>
            <pc:docMk/>
            <pc:sldMk cId="0" sldId="278"/>
            <ac:spMk id="13" creationId="{00000000-0000-0000-0000-000000000000}"/>
          </ac:spMkLst>
        </pc:spChg>
        <pc:spChg chg="mod">
          <ac:chgData name="Tharun Kumar S" userId="9f61bbfd439e11ce" providerId="LiveId" clId="{0204A884-CB50-4BEB-8534-4840EB75FE5F}" dt="2026-03-22T16:49:07.975" v="383" actId="208"/>
          <ac:spMkLst>
            <pc:docMk/>
            <pc:sldMk cId="0" sldId="278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55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137160" cy="492404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006840" y="109728"/>
            <a:ext cx="137160" cy="49240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37160" y="109728"/>
            <a:ext cx="2286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720840" y="4960620"/>
            <a:ext cx="2286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Powered Code Reviewer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Quality Assistant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92024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514600"/>
            <a:ext cx="192024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192024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466344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514600"/>
            <a:ext cx="192024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672084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474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 Virtual Internship  Project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Streamlit  •  Groq API    •  AST  •  Pytest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429768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Slow Code Review Process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reviews are time-consuming and inconsistent across teams.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Missing Documentation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frequently skip docstrings, making code hard to maintain.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71800"/>
            <a:ext cx="416052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29768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Coverage Visibility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to measure how well Python code is documented at scale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1605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4160520" cy="5029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No AI-Assisted Fixing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linters detect issues but never suggest or apply automatic fixes.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Solution: AI Powered Code Reviewer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AST-Based Parsing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detects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measures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Python AST module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63824" y="96012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63824" y="960120"/>
            <a:ext cx="27432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255264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LLM-Powered AI Fix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55264" y="150876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+ LLaMA/OpenAI models auto-generate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docstrings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96012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960120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6163056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Multi-Style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63056" y="150876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reST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styles with Accept/Reject/Regenerate workflow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8803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80360"/>
            <a:ext cx="274320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347472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&amp; Validation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" y="342900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automated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cases across Parser, Coverage, Generator, LLM modules.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63824" y="28803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63824" y="2880360"/>
            <a:ext cx="274320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3255264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 Coverage Metrics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55264" y="342900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&amp; Bar charts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documented vs undocumented functions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288036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2880360"/>
            <a:ext cx="274320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6163056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Packaged &amp; Finalized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63056" y="342900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app with Filters, Search, Export </a:t>
            </a: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(CSV/JSON/.py)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Help panel.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3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 &amp; Code Analysis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21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the foundation — parsing Python files and extracting code structure using the AST module.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310896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Upload single Python file or Entire folder (up to 200MB per file)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0292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code using Python's AST module with parser accuracy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8412480" cy="310896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function names, types, start/end lines, complexity scores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50292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 presence or absence of docstrings for every 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310896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structured JSON report to storage/review_logs.json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Milestone 1 — Process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Step-by-Step Flow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" y="1005840"/>
            <a:ext cx="1316736" cy="59436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-4572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2456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8648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71416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44184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16952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818120" y="1005840"/>
            <a:ext cx="1316736" cy="5943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18120" y="1005840"/>
            <a:ext cx="1316736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Application Outcome  —  File Upload &amp; Dashboard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2331720"/>
            <a:ext cx="40233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pic>
        <p:nvPicPr>
          <p:cNvPr id="29" name="Image 0" descr="/home/claude/img_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2377440"/>
            <a:ext cx="3931920" cy="25146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434840" y="2331720"/>
            <a:ext cx="44348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pic>
        <p:nvPicPr>
          <p:cNvPr id="31" name="Image 1" descr="/home/claude/img_0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0560" y="2377440"/>
            <a:ext cx="4343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Milestone 1 — Dashboard &amp; Function Details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06114" y="685800"/>
            <a:ext cx="4028089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85800"/>
            <a:ext cx="38073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Details Table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101852"/>
            <a:ext cx="3968443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pic>
        <p:nvPicPr>
          <p:cNvPr id="7" name="Image 0" descr="/home/claude/img_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397" y="1225427"/>
            <a:ext cx="3803168" cy="359332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685800"/>
            <a:ext cx="4340772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66897" y="685800"/>
            <a:ext cx="45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29655" y="1124712"/>
            <a:ext cx="4048585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pic>
        <p:nvPicPr>
          <p:cNvPr id="11" name="Image 1" descr="/home/claude/img_0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17219" y="1213997"/>
            <a:ext cx="3850334" cy="3593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Milestone 1 — Technologies &amp; Outcome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Used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" cy="43891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078992"/>
            <a:ext cx="800100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1155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41148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09344"/>
            <a:ext cx="8001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Module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parsing, structure extraction, complexity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11480" cy="43891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139696"/>
            <a:ext cx="800100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1762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UI &amp; interactive components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411480" cy="43891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670048"/>
            <a:ext cx="8001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06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27066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 chart visualizations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411480" cy="4389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200400"/>
            <a:ext cx="8001000" cy="438912"/>
          </a:xfrm>
          <a:prstGeom prst="rect">
            <a:avLst/>
          </a:prstGeom>
          <a:solidFill>
            <a:srgbClr val="E3F2FD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36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3280" y="32369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storage &amp; reporting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 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Streamlit dashboard that parses Python files with  accuracy, extracts all function metadata, detects undocumented functions, and exports structured JSON review reports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Fix &amp; Validation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36576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21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LLM-powered analysis to detect missing docstrings and suggest PEP 257 compliant fixes.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310896"/>
          </a:xfrm>
          <a:prstGeom prst="rect">
            <a:avLst/>
          </a:prstGeom>
          <a:solidFill>
            <a:srgbClr val="EDE7F6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Integrate Groq LLM API to detect PEP 257 violations per function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Display warnings for missing docstrings with one-click Fix buttons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8412480" cy="310896"/>
          </a:xfrm>
          <a:prstGeom prst="rect">
            <a:avLst/>
          </a:prstGeom>
          <a:solidFill>
            <a:srgbClr val="EDE7F6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Per-file tabs: Coverage, Functions, Source Code, JSON Report, AI Fix, Code View, Modified Code View, Graphs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 and confirm fixes automatically after LLM applies suggestions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310896"/>
          </a:xfrm>
          <a:prstGeom prst="rect">
            <a:avLst/>
          </a:prstGeom>
          <a:solidFill>
            <a:srgbClr val="EDE7F6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 multiple Groq models: LLaMA 3.3 70B and LLaMA 3.1 8B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Milestone 2 — Process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Step-by-Step Flow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325880" cy="5943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-4572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2456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8648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71416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Suggestion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44184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16952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818120" y="1005840"/>
            <a:ext cx="1325880" cy="5943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781812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Confirm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Application Outcome — AI Fix + Validation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2331720"/>
            <a:ext cx="40233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24AA"/>
            </a:solidFill>
            <a:prstDash val="solid"/>
          </a:ln>
        </p:spPr>
      </p:sp>
      <p:pic>
        <p:nvPicPr>
          <p:cNvPr id="29" name="Image 0" descr="/home/claude/img_0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2377440"/>
            <a:ext cx="3931920" cy="25146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434840" y="2331720"/>
            <a:ext cx="44348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E24AA"/>
            </a:solidFill>
            <a:prstDash val="solid"/>
          </a:ln>
        </p:spPr>
      </p:sp>
      <p:pic>
        <p:nvPicPr>
          <p:cNvPr id="31" name="Image 1" descr="/home/claude/img_0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0560" y="2377440"/>
            <a:ext cx="4343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🤖  Milestone 2 —</a:t>
            </a:r>
            <a:r>
              <a:rPr lang="en-US" sz="2400" b="1" dirty="0">
                <a:solidFill>
                  <a:srgbClr val="FFFFFF"/>
                </a:solidFill>
                <a:latin typeface="Calibri"/>
              </a:rPr>
              <a:t> Graphs &amp; Modified Code View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658368"/>
            <a:ext cx="4206240" cy="34747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583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Graphical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42062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114800" cy="3794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709160" y="658368"/>
            <a:ext cx="420624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6583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Modified Code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051560"/>
            <a:ext cx="4206240" cy="38862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g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1148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Milestone 2 — Technologies &amp; Outcome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Used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" cy="43891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078992"/>
            <a:ext cx="8001000" cy="438912"/>
          </a:xfrm>
          <a:prstGeom prst="rect">
            <a:avLst/>
          </a:prstGeom>
          <a:solidFill>
            <a:srgbClr val="EDE7F6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115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LLM inference for docstring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411480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09344"/>
            <a:ext cx="8001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Versatile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 for PEP 257 violation detection &amp; fixing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11480" cy="438912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139696"/>
            <a:ext cx="8001000" cy="438912"/>
          </a:xfrm>
          <a:prstGeom prst="rect">
            <a:avLst/>
          </a:prstGeom>
          <a:solidFill>
            <a:srgbClr val="EDE7F6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Instant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fast model for quick fixes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411480" cy="438912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670048"/>
            <a:ext cx="8001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40" y="27066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docstring convention standard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411480" cy="4389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200400"/>
            <a:ext cx="8001000" cy="438912"/>
          </a:xfrm>
          <a:prstGeom prst="rect">
            <a:avLst/>
          </a:prstGeom>
          <a:solidFill>
            <a:srgbClr val="EDE7F6"/>
          </a:solidFill>
          <a:ln w="6350">
            <a:solidFill>
              <a:srgbClr val="E1B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36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32369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file review interface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 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integrated Groq LLM to detect all missing PEP 257 docstrings with one-click fix capability, supporting multiple models and validating each applied fix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Docstring Generation Dashboard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3657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21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docstring generation with style selection, live preview and accept/reject workflow.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310896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Support 4 docstring styles: Google, NumPy, reST, and No Style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Side-by-side view: Current Docstring vs AI-Generated Docstring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8412480" cy="310896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actions per function: Accept &amp; Apply, Reject &amp; Regenerate, Skip Style, No Style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Project Files panel — all uploaded files with pending docstring count badge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310896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Function Review panel with dropdown selector and Generate button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Milestone 3 — Process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Step-by-Step Flow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325880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-4572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2456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8648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71416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Creates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44184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16952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818120" y="1005840"/>
            <a:ext cx="1325880" cy="59436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1812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Application Outcome — Docstring Generation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28600" y="233172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</p:sp>
      <p:pic>
        <p:nvPicPr>
          <p:cNvPr id="29" name="Image 0" descr="/home/claude/img_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2377440"/>
            <a:ext cx="2743200" cy="25146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3200400" y="233172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</p:sp>
      <p:pic>
        <p:nvPicPr>
          <p:cNvPr id="31" name="Image 1" descr="/home/claude/img_0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6120" y="2377440"/>
            <a:ext cx="2743200" cy="25146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172200" y="233172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</p:sp>
      <p:pic>
        <p:nvPicPr>
          <p:cNvPr id="33" name="Image 2" descr="/home/claude/img_1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2377440"/>
            <a:ext cx="2743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Milestone 3 — Technologies &amp; Outcome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Used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078992"/>
            <a:ext cx="80010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1115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for docstring generation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41148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09344"/>
            <a:ext cx="8001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Versatile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Google / NumPy / reST style docstrings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11480" cy="4389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139696"/>
            <a:ext cx="80010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257 Standards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4904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NumPy, reST docstring format compliance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411480" cy="43891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670048"/>
            <a:ext cx="8001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06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40" y="27066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extraction and in-place code modification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411480" cy="43891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200400"/>
            <a:ext cx="800100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36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32369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Split-panel review UI with action buttons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 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AI docstring generation workflow supporting Google, NumPy &amp; reST styles with real-time side-by-side preview and one-click accept/reject per function.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Packaging &amp; Finalization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36576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21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multi-view app with testing suite, 4 LLM models, enhanced UI features, and export capabilities.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310896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Multi-view navigation: Home, Docstrings, Validation, Coverage Metrics, 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 LLM models: LLaMA 3.3 70B Smart, LLaMA 3.1 8B Fast, OpenAI GPT-OSS 120B &amp; 20B via Groq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8412480" cy="310896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automated Pytest tests: Pass, Fail, Test Pass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8412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Enhanced UI: Advanced Filters, Search, Export (CSV + JSON + Modified File .py), Help &amp; Tips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310896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Export updated .py files with newly accepted docstrings applied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Milestone 4 — Process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Step-by-Step Flow 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" y="1005840"/>
            <a:ext cx="1316736" cy="59436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-4572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Folder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25880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2456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7048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8648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99816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71416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2584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44184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45352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16952" y="130302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11658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818120" y="1005840"/>
            <a:ext cx="1316736" cy="59436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818120" y="1005840"/>
            <a:ext cx="1316736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Application Outcome — Home &amp; Navigation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74320" y="2331720"/>
            <a:ext cx="402336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B8C00"/>
            </a:solidFill>
            <a:prstDash val="solid"/>
          </a:ln>
        </p:spPr>
      </p:sp>
      <p:pic>
        <p:nvPicPr>
          <p:cNvPr id="29" name="Image 0" descr="/home/claude/img_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2377440"/>
            <a:ext cx="3931920" cy="25146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4434840" y="2331720"/>
            <a:ext cx="44348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B8C00"/>
            </a:solidFill>
            <a:prstDash val="solid"/>
          </a:ln>
        </p:spPr>
      </p:sp>
      <p:pic>
        <p:nvPicPr>
          <p:cNvPr id="31" name="Image 1" descr="/home/claude/img_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0560" y="2377440"/>
            <a:ext cx="4343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Milestone 4 — Test Dashboard &amp; Enhanced UI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83464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Bar Chart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" y="1051559"/>
            <a:ext cx="2834640" cy="386728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img_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15568"/>
            <a:ext cx="2743200" cy="37297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0" y="658368"/>
            <a:ext cx="283464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3200400" y="658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Test Breakdown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834640" cy="38672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img_1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46120" y="1100826"/>
            <a:ext cx="2743200" cy="374444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72200" y="658368"/>
            <a:ext cx="283464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6172200" y="658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UI Features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172200" y="1051560"/>
            <a:ext cx="2834640" cy="38672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home/claude/img_1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115568"/>
            <a:ext cx="2743200" cy="3729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6912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📦  Milestone 4 — Test Dashboard &amp; Enhanced UI 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658368"/>
            <a:ext cx="2834640" cy="347472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6662" y="658368"/>
            <a:ext cx="15985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Advanced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2743200" cy="3794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0" y="658368"/>
            <a:ext cx="2834640" cy="347472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85789" y="658368"/>
            <a:ext cx="1463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Export 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097280"/>
            <a:ext cx="2743200" cy="3794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658368"/>
            <a:ext cx="2834640" cy="347472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1189" y="658368"/>
            <a:ext cx="11566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Help &amp; Tips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05156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97280"/>
            <a:ext cx="27432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Milestone 4 — LLM Models &amp; Test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Models Available via Groq API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605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109728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33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LLaMA 3.3 70B (Smart)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llama-3.3-70b-versatile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1605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78992"/>
            <a:ext cx="10972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133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LLaMA 3.1 8B (Fast)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llama-3.1-8b-instant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41605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B71C1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20240"/>
            <a:ext cx="109728" cy="7132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975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OpenAI GPT-OSS 120B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openai/gpt-oss-120b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41605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920240"/>
            <a:ext cx="109728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975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OpenAI GPT-OSS 20B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openai/gpt-oss-20b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Results — With Pass Rate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92024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310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3273552"/>
            <a:ext cx="1920240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3310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passed 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6888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273552"/>
            <a:ext cx="1920240" cy="10972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3310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failed 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3273552"/>
            <a:ext cx="1920240" cy="10972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3310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 rate 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Milestone 4 — Technologies &amp; Outcome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13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Details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11480" cy="40233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115568"/>
            <a:ext cx="800100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152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1521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Python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411480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572768"/>
            <a:ext cx="8001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6093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70B, LLaMA 3.1 8B, GPT-OSS 120B &amp; 20B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411480" cy="402336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029968"/>
            <a:ext cx="800100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066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20665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(high-speed inference)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2487168"/>
            <a:ext cx="411480" cy="40233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2487168"/>
            <a:ext cx="8001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5237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25237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39 test cases across 6 modules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2944368"/>
            <a:ext cx="411480" cy="4023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2944368"/>
            <a:ext cx="800100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9809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91840" y="29809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 Report, Updated .py files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411480" cy="402336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401568"/>
            <a:ext cx="80010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438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91840" y="34381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Plotly, Streamlit native charts &amp; metrics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3913632"/>
            <a:ext cx="8412480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9684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 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" y="4270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fully packaged Streamlit app with 4 LLM model options, Test pass rate, Advanced Filters, Search, CSV/JSON export, and Complete Help &amp; Tips guide.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713232"/>
          </a:xfrm>
          <a:prstGeom prst="rect">
            <a:avLst/>
          </a:prstGeom>
          <a:solidFill>
            <a:srgbClr val="B71C1C">
              <a:alpha val="15000"/>
            </a:srgbClr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AST parsing fails on unusual Python coding patterns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77640" cy="713232"/>
          </a:xfrm>
          <a:prstGeom prst="rect">
            <a:avLst/>
          </a:prstGeom>
          <a:solidFill>
            <a:srgbClr val="1B5E20">
              <a:alpha val="15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0058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Used recursive node traversal with fallback handlers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764792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64792"/>
            <a:ext cx="4160520" cy="713232"/>
          </a:xfrm>
          <a:prstGeom prst="rect">
            <a:avLst/>
          </a:prstGeom>
          <a:solidFill>
            <a:srgbClr val="4A148C">
              <a:alpha val="15000"/>
            </a:srgbClr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05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LLM response format inconsistency across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764792"/>
            <a:ext cx="3977640" cy="713232"/>
          </a:xfrm>
          <a:prstGeom prst="rect">
            <a:avLst/>
          </a:prstGeom>
          <a:solidFill>
            <a:srgbClr val="0D47A1">
              <a:alpha val="15000"/>
            </a:srgbClr>
          </a:solidFill>
          <a:ln w="6350">
            <a:solidFill>
              <a:srgbClr val="0D47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8105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 response validation layer + Reject &amp; Regenerate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256946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69464"/>
            <a:ext cx="4160520" cy="713232"/>
          </a:xfrm>
          <a:prstGeom prst="rect">
            <a:avLst/>
          </a:prstGeom>
          <a:solidFill>
            <a:srgbClr val="E65100">
              <a:alpha val="15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1518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Streamlit state lost between multi-view navigation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569464"/>
            <a:ext cx="3977640" cy="713232"/>
          </a:xfrm>
          <a:prstGeom prst="rect">
            <a:avLst/>
          </a:prstGeom>
          <a:solidFill>
            <a:srgbClr val="006064">
              <a:alpha val="15000"/>
            </a:srgbClr>
          </a:solidFill>
          <a:ln w="635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956048" y="26151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Used st.session_state to persist data across all views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374136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74136"/>
            <a:ext cx="4160520" cy="713232"/>
          </a:xfrm>
          <a:prstGeom prst="rect">
            <a:avLst/>
          </a:prstGeom>
          <a:solidFill>
            <a:srgbClr val="880E4F">
              <a:alpha val="15000"/>
            </a:srgbClr>
          </a:solidFill>
          <a:ln w="6350">
            <a:solidFill>
              <a:srgbClr val="880E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1985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Validation tests failing (6/6 schema mismatch)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3374136"/>
            <a:ext cx="3977640" cy="713232"/>
          </a:xfrm>
          <a:prstGeom prst="rect">
            <a:avLst/>
          </a:prstGeom>
          <a:solidFill>
            <a:srgbClr val="1B5E20">
              <a:alpha val="15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4198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Identified schema issue; Parser, Generator &amp; LLM fully pass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4178808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178808"/>
            <a:ext cx="4160520" cy="713232"/>
          </a:xfrm>
          <a:prstGeom prst="rect">
            <a:avLst/>
          </a:prstGeom>
          <a:solidFill>
            <a:srgbClr val="1A237E">
              <a:alpha val="15000"/>
            </a:srgbClr>
          </a:solidFill>
          <a:ln w="635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24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Coverage not updating after previewing docstrings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6320" y="4178808"/>
            <a:ext cx="3977640" cy="713232"/>
          </a:xfrm>
          <a:prstGeom prst="rect">
            <a:avLst/>
          </a:prstGeom>
          <a:solidFill>
            <a:srgbClr val="E65100">
              <a:alpha val="15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422452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reload — coverage only updates after real fix applied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3258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Summary :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4-milestone AI-Powered Code Reviewer built with Python, Streamlit &amp; Groq LLM API. Parses Python via AST, detects documentation gaps, generates PEP 257 docstrings in 3 styles, validates fixes with 39 Pytest tests (Test pass rate), and exports results as CSV/JSON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Scope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2697480"/>
            <a:ext cx="4160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697480"/>
            <a:ext cx="9144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88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Support more languages: JavaScript, Java, TypeScript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4160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697480"/>
            <a:ext cx="91440" cy="5669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788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Fine-tune a custom LLM on Python docstring datasets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4160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383280"/>
            <a:ext cx="9144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 / GitLab plugin for inline PR code review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383280"/>
            <a:ext cx="4160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383280"/>
            <a:ext cx="91440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474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CI/CD pipeline integration for automated code review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069080"/>
            <a:ext cx="8503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0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069080"/>
            <a:ext cx="9144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deployment: Streamlit Cloud / AWS / GCP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025712" y="462875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531686" y="46256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120640" y="45720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766560" y="457200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Thank You !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AI Powered Code Reviewer &amp; Quality Assistant</a:t>
            </a:r>
            <a:endParaRPr lang="en-US" sz="2000" b="1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Virtual Internship Project  •  Milestone 1 – 4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91480" y="3323843"/>
            <a:ext cx="1051560" cy="43975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lIns="108000" tIns="10800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2419008" y="348386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4506" y="3323844"/>
            <a:ext cx="1051560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 lIns="36000" tIns="108000" rIns="36000" bIns="3600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4389331" y="3323844"/>
            <a:ext cx="105156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 lIns="144000" tIns="108000" rIns="216000" bIns="180000" anchor="t" anchorCtr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400" dirty="0"/>
          </a:p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2980944" y="3291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51376" y="3291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21808" y="3291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59763" y="3323844"/>
            <a:ext cx="1051560" cy="42291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 lIns="108000" tIns="108000" rIns="108000"/>
          <a:lstStyle/>
          <a:p>
            <a:pPr algn="just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AST</a:t>
            </a:r>
            <a:endParaRPr lang="en-US" sz="1400" dirty="0"/>
          </a:p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6492240" y="329184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30195" y="3323844"/>
            <a:ext cx="1051560" cy="4069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 lIns="108000" tIns="108000" rIns="10800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CA5BD-96A1-057F-8C01-21155C09DBA4}"/>
              </a:ext>
            </a:extLst>
          </p:cNvPr>
          <p:cNvSpPr txBox="1"/>
          <p:nvPr/>
        </p:nvSpPr>
        <p:spPr>
          <a:xfrm>
            <a:off x="6319870" y="4139606"/>
            <a:ext cx="2098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Tharun Kumar S</a:t>
            </a:r>
            <a:endParaRPr lang="en-IN" sz="2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1495</Words>
  <Application>Microsoft Office PowerPoint</Application>
  <PresentationFormat>On-screen Show (16:9)</PresentationFormat>
  <Paragraphs>298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Code Reviewer &amp; Quality Assistant</dc:title>
  <dc:subject>PptxGenJS Presentation</dc:subject>
  <dc:creator>Tharun</dc:creator>
  <cp:lastModifiedBy>Tharun Kumar S</cp:lastModifiedBy>
  <cp:revision>35</cp:revision>
  <dcterms:created xsi:type="dcterms:W3CDTF">2026-03-21T07:43:24Z</dcterms:created>
  <dcterms:modified xsi:type="dcterms:W3CDTF">2026-03-27T17:22:42Z</dcterms:modified>
</cp:coreProperties>
</file>